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344" y="1683465"/>
            <a:ext cx="450744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Impacto das Inteligências Artificiais nas Industrias Atuais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4" y="2237462"/>
            <a:ext cx="3426125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BRUNO TADEU MARQUES MARTINS FILHO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FELIPE AVELINO DA SILVA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VINICIUS CONCEIÇÃO  ALVES MARIA 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VICTOR DOS SANTOS COSTA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Inteligência Artificial; Relações de Trabalho; Automação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50442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</a:t>
            </a: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r>
              <a:rPr lang="pt-BR" sz="1400" dirty="0">
                <a:latin typeface="Verdana" pitchFamily="34" charset="0"/>
                <a:ea typeface="Verdana" pitchFamily="34" charset="0"/>
              </a:rPr>
              <a:t>Impactos da Inteligência Artificial nas relações de trabalho e na gestão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organizacional.Substituição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de trabalhadores pela automação e risco de desemprego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estrutural.Reprodução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de preconceitos, discriminação algorítmica e assédio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moral.Falta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de transparência nos processos de decisão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automatizados.Desafios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para a proteção dos direitos fundamentais dos trabalhadores diante do avanço tecnológico.</a:t>
            </a: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r>
              <a:rPr lang="pt-BR" sz="1400" dirty="0">
                <a:latin typeface="Verdana" pitchFamily="34" charset="0"/>
                <a:ea typeface="Verdana" pitchFamily="34" charset="0"/>
              </a:rPr>
              <a:t>Justificativa</a:t>
            </a: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Relevância da Inteligência Artificial na transformação do mercado de trabalho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contemporâneo.Necessidade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de compreender os efeitos da automação sobre os empregos e as condições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trabalho.Importância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da proteção dos direitos trabalhistas diante de decisões tomadas por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algoritmos.Necessidade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de discutir a regulamentação da IA e a responsabilidade das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organizações.Contribuição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para o debate sobre o equilíbrio entre inovação tecnológica, produtividade empresarial e dignidade humana.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Analisar os impactos da Inteligência Artificial nas relações de trabalho, na gestão organizacional e nos direitos fundamentais dos trabalhadores, considerando os aspectos operacionais, éticos e normativos da automação algorítmica.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OBJETIVOS ESPECÍFICOS 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Investigar os efeitos da automação sobre o mercado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trabalho.Identificar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os riscos de desemprego estrutural e precarização das relações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trabalhistas.Analisar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a influência da IA na tomada de decisões e na gestão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pessoas.Examinar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os riscos de discriminação algorítmica e assédio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moral.Discutir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a importância da transparência, da regulamentação e da supervisão humana.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BFCF15-7400-4FA1-8549-ABD757AAD51C}"/>
              </a:ext>
            </a:extLst>
          </p:cNvPr>
          <p:cNvSpPr txBox="1"/>
          <p:nvPr/>
        </p:nvSpPr>
        <p:spPr>
          <a:xfrm>
            <a:off x="5630067" y="2206288"/>
            <a:ext cx="61552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Abordagem qualitativa.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Natureza teórica.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Pesquisa bibliográfica baseada em artigos científicos.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Análise de referenciais teóricos sobre Inteligência Artificial e relações de trabalho.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Comparação das perspectivas dos pesquisadores selecionados.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Identificação de convergências, divergências e limitações na literatura.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Análise dos impactos sociais, éticos e jurídicos da automação algorítmica.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Ausência de procedimentos práticos, experimentais ou de coleta de dados em campo.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6551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>
              <a:buAutoNum type="arabicPeriod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Inteligência Artificial e transformação do mercado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trabalhoTemática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Automação, substituição de empregos e risco de desemprego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estrutural.Pesquisadores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Lima et al. (2019).Discussão: Riscos da automação em ocupações operacionais e administrativas.</a:t>
            </a:r>
          </a:p>
          <a:p>
            <a:pPr marL="342900" indent="-342900">
              <a:buAutoNum type="arabicPeriod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Inteligência Artificial na gestão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organizacionalTemática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Tomada de decisão, eficiência produtiva e sistemas de suporte à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decisão.Pesquisadores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Yu et al. (2024).Discussão: Utilização da IA para redução de custos, apoio à gestão e otimização de processos.</a:t>
            </a:r>
          </a:p>
          <a:p>
            <a:pPr marL="342900" indent="-342900">
              <a:buAutoNum type="arabicPeriod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Inteligência Artificial e direitos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trabalhistasTemática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Proteção dos direitos fundamentais e impactos da tecnologia nas relações de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trabalho.Pesquisadores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Barros, Conceição e Rodrigues (2023).Discussão: Desafios da automação para a manutenção dos direitos dos trabalhadores.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9793E01-7568-4F45-BAF3-84696FB6A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35070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03BA74C-FC1C-49EC-AA08-FFD9CF02C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0" y="211791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324F2AE1-CBBB-4636-A3A3-243B0D471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6551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84DD3315-8148-41C5-AF32-F0B149E5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0" y="211791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0B9DD23-A86A-4648-911B-E272161C6488}"/>
              </a:ext>
            </a:extLst>
          </p:cNvPr>
          <p:cNvSpPr txBox="1"/>
          <p:nvPr/>
        </p:nvSpPr>
        <p:spPr>
          <a:xfrm>
            <a:off x="494239" y="1850836"/>
            <a:ext cx="61552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/>
              <a:t> Inteligência Artificial, discriminação e assédio </a:t>
            </a:r>
            <a:r>
              <a:rPr lang="pt-BR" dirty="0" err="1"/>
              <a:t>moralTemática</a:t>
            </a:r>
            <a:r>
              <a:rPr lang="pt-BR" dirty="0"/>
              <a:t>: Vieses algorítmicos, vigilância e relações de poder no ambiente </a:t>
            </a:r>
            <a:r>
              <a:rPr lang="pt-BR" dirty="0" err="1"/>
              <a:t>profissional.Pesquisador</a:t>
            </a:r>
            <a:r>
              <a:rPr lang="pt-BR" dirty="0"/>
              <a:t>: Palmeira Sobrinho (2023).Discussão: Riscos de assédio moral e de decisões automatizadas que prejudicam os trabalhadores.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Regulamentação, transparência e responsabilidade no uso da </a:t>
            </a:r>
            <a:r>
              <a:rPr lang="pt-BR" dirty="0" err="1"/>
              <a:t>IATemática</a:t>
            </a:r>
            <a:r>
              <a:rPr lang="pt-BR" dirty="0"/>
              <a:t>: Supervisão humana, auditoria de algoritmos e proteção jurídica dos </a:t>
            </a:r>
            <a:r>
              <a:rPr lang="pt-BR" dirty="0" err="1"/>
              <a:t>trabalhadores.Pesquisadores</a:t>
            </a:r>
            <a:r>
              <a:rPr lang="pt-BR" dirty="0"/>
              <a:t>: Barros, Conceição e Rodrigues (2023); Palmeira Sobrinho (2023); Yu et al. (2024).Discussão: Necessidade de mecanismos de controle ético, transparência e regulamentação da Inteligência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D79F70-C511-47F0-BE85-2211EB5B5B0F}"/>
              </a:ext>
            </a:extLst>
          </p:cNvPr>
          <p:cNvSpPr txBox="1"/>
          <p:nvPr/>
        </p:nvSpPr>
        <p:spPr>
          <a:xfrm>
            <a:off x="5484284" y="2126734"/>
            <a:ext cx="61552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Inteligência Artificial transforma as relações de trabalho e os processos de gestão organizacional.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automação pode aumentar a produtividade e apoiar a tomada de decisões empresariais.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adoção da IA também pode ampliar os riscos de desemprego estrutural e precarização do trabalho.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utilização de algoritmos sem controle adequado pode favorecer a discriminação e o assédio moral.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transparência algorítmica, a supervisão humana e a regulamentação são fundamentais para proteger os direitos dos trabalhadores.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1050" dirty="0"/>
              <a:t>Referências das citações utilizadas no trabalho, organizadas conforme o padrão ABNT. Os dados bibliográficos devem ser conferidos nas publicações originais.</a:t>
            </a:r>
          </a:p>
          <a:p>
            <a:r>
              <a:rPr lang="pt-BR" sz="1050" dirty="0"/>
              <a:t>BARROS, </a:t>
            </a:r>
            <a:r>
              <a:rPr lang="pt-BR" sz="1050" dirty="0" err="1"/>
              <a:t>Álefe</a:t>
            </a:r>
            <a:r>
              <a:rPr lang="pt-BR" sz="1050" dirty="0"/>
              <a:t> Saraiva; CONCEIÇÃO, Lucas Nunes; RODRIGUES, Vanessa Rocha Ferreira. O impacto da inteligência artificial nas relações de trabalho: uma análise sobre o futuro do trabalho. Revista Jurídica do CESUPA, edição especial, p. 135-153, 2023.</a:t>
            </a:r>
          </a:p>
          <a:p>
            <a:r>
              <a:rPr lang="pt-BR" sz="1050" dirty="0"/>
              <a:t>PALMEIRA SOBRINHO, </a:t>
            </a:r>
            <a:r>
              <a:rPr lang="pt-BR" sz="1050" dirty="0" err="1"/>
              <a:t>Zéu</a:t>
            </a:r>
            <a:r>
              <a:rPr lang="pt-BR" sz="1050" dirty="0"/>
              <a:t>. Inteligência Artificial (IA) e assédio moral nas relações de trabalho. Revista FIDES, v. 14, n. 1, p. 45-57, 2023.</a:t>
            </a:r>
          </a:p>
          <a:p>
            <a:r>
              <a:rPr lang="pt-BR" sz="1050" dirty="0"/>
              <a:t>YU, Abraham </a:t>
            </a:r>
            <a:r>
              <a:rPr lang="pt-BR" sz="1050" dirty="0" err="1"/>
              <a:t>Sin</a:t>
            </a:r>
            <a:r>
              <a:rPr lang="pt-BR" sz="1050" dirty="0"/>
              <a:t> </a:t>
            </a:r>
            <a:r>
              <a:rPr lang="pt-BR" sz="1050" dirty="0" err="1"/>
              <a:t>Oih</a:t>
            </a:r>
            <a:r>
              <a:rPr lang="pt-BR" sz="1050" dirty="0"/>
              <a:t> et al. Tomada de decisão nas organizações: o que muda com a Inteligência Artificial? Estudos Avançados, v. 38, n. 111, p. 327-348, 2024.</a:t>
            </a:r>
          </a:p>
          <a:p>
            <a:r>
              <a:rPr lang="pt-BR" sz="1050" dirty="0"/>
              <a:t>Atenção: Lima et al. (2019) é citado na fundamentação fornecida, mas seus dados bibliográficos completos não foram apresentados. Para incluí-lo corretamente nas referências ABNT, é necessário confirmar o título, os autores e os dados da publicação original. Não é recomendável inventar essas informações.</a:t>
            </a:r>
          </a:p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OBRIGADO PELA ATENÇÃO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873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FELIPE</cp:lastModifiedBy>
  <cp:revision>26</cp:revision>
  <dcterms:created xsi:type="dcterms:W3CDTF">2021-05-14T17:32:15Z</dcterms:created>
  <dcterms:modified xsi:type="dcterms:W3CDTF">2026-10-14T23:33:46Z</dcterms:modified>
</cp:coreProperties>
</file>